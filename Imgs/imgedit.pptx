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FC6B9-82A1-4F7A-A546-95AC0A455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8A9A3F-EB1D-933A-A795-5E3BB04F4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C88B66-E9D2-93EC-9007-78E59CC0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45B5CA-6165-8186-9E52-A17ACC8B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2309FA-D0EE-6537-16C9-9E7AD407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60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CA377-98D6-E48F-DFF1-C0D46E9B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4AC1CB-2B39-7558-5EAE-56CCB691D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82AB5-5F9D-6C63-5186-548B20E01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791816-C729-F9B5-7197-F5BB2AC72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E5DFA8-9843-3D94-F4F9-9BC6117D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01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7D21F-94A3-4847-0FDF-A88385E9E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F80CF-23DA-59E6-764F-18F1C96D7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EAAA4F-041B-9876-9C7E-1C84BC1D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9BF0DE-4622-F770-6EB4-D8625D9F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6B8FA9-7AC5-7AB0-3DFF-278BA781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43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6523E-D96F-0579-FB66-7EC1F117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B456E7-A116-D77F-E9B7-E36E22718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E6D4A1-94BE-82DF-0670-7AD698D92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5EFAC2-BD7D-4C9F-4D4E-12A4CDE4C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3017CD-3BF3-8521-5BCF-86FD58C6A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12A55E-AD93-1EAB-A542-B7E5CA8E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97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07C8A-AE56-24CF-9D4F-672AAB14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641C86-1182-CF4A-386B-0435581D6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26AEB6-B433-DB31-B52E-96B84FED5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E7D54A-3CDC-C6C3-A414-98976294F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0B7AB1-2106-FC4C-195E-6D4EB897D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7DC5E2-2D53-3A35-7381-085E0165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D11DC7-C0ED-C09B-6999-C32FF7B2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C35665-76A2-D410-6863-F55CC4B8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07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AEA35-F706-A51C-4BC1-DCA9252B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9EFD6C-E2BE-97CD-456E-FA67AF2F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76E241-1FA7-42AF-634D-0FE4AE29E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2930C2-07BE-1698-2B8F-F86F444A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69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B8F143-1317-A454-91FE-CED8D073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498400-6DBD-A537-D562-CB409301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9A2E78-76FD-584B-54C5-52456DEA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76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D96C7-B9B7-6772-7CC2-1DE15119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A23D7D-5BB9-8E05-0DD9-B8BBE61E1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E1CFD9-E122-9BFF-4CB1-1CFDED961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4F2877-594D-1E29-AEF7-893037E9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D1B9F-CA23-168E-C8F7-B9F6E355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F9F82F-332C-A3F3-CF6C-795FE0A8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14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3A8F5-DA0F-EFCE-113F-E6858829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F726FC-9AA8-1733-D519-20493AE97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472A73-9FC0-7DF5-6E66-A9E123BF7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AA291F-2DDF-BA62-8E6C-69A6E7FC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FBA861-23FC-5822-08C4-8C32EDFB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EEB704-6967-5201-790A-51D545A5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92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E8974-C395-43EB-D0E3-01D5C273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02F22A-E799-BE9D-608A-DBED35E14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98DC6A-39FD-BE7B-4943-CACE7460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F78CC-12D4-DA63-F12E-61F9E1E9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B07652-D2AD-43E8-5313-98EF6117C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14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E895C2-9AB0-7615-E572-994B95DC2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B7521F-AAF9-0AA0-BEE4-446E9E88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6E4292-5EB8-DD88-2EC1-56BBBC9E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A92FE1-352F-AFB2-25F9-183E6103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B3D152-328B-5AC4-454D-EE2E8731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90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8DE61D-38A3-1B23-7457-F021645AA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B0813D-A170-0FDF-4A24-F13AC9F6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2B0175-9615-29FD-CA3A-88ED6560A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34C6C-41F4-495C-A012-8D457986527E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9075D-E8A3-FEEB-A66E-263065C62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17358-4808-DCF3-2046-140296DE3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EEAAE-FFE0-4767-BF5C-E9D29BCA9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73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3BED3F4-8837-0CBF-1061-C0BC1D45F38C}"/>
              </a:ext>
            </a:extLst>
          </p:cNvPr>
          <p:cNvGrpSpPr/>
          <p:nvPr/>
        </p:nvGrpSpPr>
        <p:grpSpPr>
          <a:xfrm>
            <a:off x="0" y="29307"/>
            <a:ext cx="12192000" cy="6799385"/>
            <a:chOff x="0" y="29307"/>
            <a:chExt cx="12192000" cy="6799385"/>
          </a:xfrm>
        </p:grpSpPr>
        <p:pic>
          <p:nvPicPr>
            <p:cNvPr id="3" name="图片 2" descr="图示&#10;&#10;AI 生成的内容可能不正确。">
              <a:extLst>
                <a:ext uri="{FF2B5EF4-FFF2-40B4-BE49-F238E27FC236}">
                  <a16:creationId xmlns:a16="http://schemas.microsoft.com/office/drawing/2014/main" id="{24D0B8E0-D37C-0FC1-E38E-33B2B0697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9307"/>
              <a:ext cx="12192000" cy="6799385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81C1E78-DE4D-EAFA-54F0-B6026C0BA201}"/>
                </a:ext>
              </a:extLst>
            </p:cNvPr>
            <p:cNvSpPr txBox="1"/>
            <p:nvPr/>
          </p:nvSpPr>
          <p:spPr>
            <a:xfrm>
              <a:off x="3048000" y="281771"/>
              <a:ext cx="60960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600" b="1" i="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神经科学快讯</a:t>
              </a:r>
              <a:r>
                <a:rPr lang="en-US" altLang="zh-CN" sz="3600" b="1" i="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·</a:t>
              </a:r>
              <a:r>
                <a:rPr lang="zh-CN" altLang="en-US" sz="3600" b="1" i="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第八期 </a:t>
              </a:r>
              <a:endParaRPr lang="en-US" altLang="zh-CN" sz="36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3600" b="1" i="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3600" b="1" i="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重新定义生命字母表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362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Zhaoji Zhang</dc:creator>
  <cp:lastModifiedBy>Zhaoji Zhang</cp:lastModifiedBy>
  <cp:revision>4</cp:revision>
  <dcterms:created xsi:type="dcterms:W3CDTF">2026-05-02T07:41:38Z</dcterms:created>
  <dcterms:modified xsi:type="dcterms:W3CDTF">2026-05-02T07:44:30Z</dcterms:modified>
</cp:coreProperties>
</file>