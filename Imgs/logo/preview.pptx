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199313" cy="36004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031"/>
    <a:srgbClr val="011336"/>
    <a:srgbClr val="000F3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204" d="100"/>
          <a:sy n="204" d="100"/>
        </p:scale>
        <p:origin x="294" y="168"/>
      </p:cViewPr>
      <p:guideLst>
        <p:guide orient="horz" pos="1133"/>
        <p:guide pos="22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07953" y="480000"/>
            <a:ext cx="5786929" cy="134929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15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07953" y="1868976"/>
            <a:ext cx="5786929" cy="77291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260" spc="20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9291" y="319370"/>
            <a:ext cx="6477874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9291" y="782362"/>
            <a:ext cx="6477874" cy="249826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75669" y="2020158"/>
            <a:ext cx="4587874" cy="40252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31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75669" y="2422677"/>
            <a:ext cx="4587874" cy="45543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9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4003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9291" y="319370"/>
            <a:ext cx="6477874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59291" y="788032"/>
            <a:ext cx="3057165" cy="249259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786378" y="788032"/>
            <a:ext cx="3057165" cy="249259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9291" y="319370"/>
            <a:ext cx="6477874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59291" y="750236"/>
            <a:ext cx="3154961" cy="20031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59291" y="973228"/>
            <a:ext cx="3154961" cy="230740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3682530" y="746314"/>
            <a:ext cx="3154961" cy="20031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682530" y="973228"/>
            <a:ext cx="3154961" cy="230740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9291" y="319370"/>
            <a:ext cx="6477874" cy="37039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59291" y="816378"/>
            <a:ext cx="3090400" cy="241889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84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750236" y="816378"/>
            <a:ext cx="3086929" cy="241889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84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6044173" y="480000"/>
            <a:ext cx="616535" cy="264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47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540000" y="480000"/>
            <a:ext cx="5414882" cy="2640000"/>
          </a:xfrm>
        </p:spPr>
        <p:txBody>
          <a:bodyPr vert="eaVert" lIns="46800" tIns="46800" rIns="46800" bIns="46800"/>
          <a:lstStyle>
            <a:lvl1pPr marL="120015" indent="-120015">
              <a:spcAft>
                <a:spcPts val="1000"/>
              </a:spcAft>
              <a:defRPr spc="300"/>
            </a:lvl1pPr>
            <a:lvl2pPr marL="360045" indent="-120015">
              <a:defRPr spc="300"/>
            </a:lvl2pPr>
            <a:lvl3pPr marL="600075" indent="-120015">
              <a:defRPr spc="300"/>
            </a:lvl3pPr>
            <a:lvl4pPr marL="840105" indent="-120015">
              <a:defRPr spc="300"/>
            </a:lvl4pPr>
            <a:lvl5pPr marL="1080135" indent="-1200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59291" y="406299"/>
            <a:ext cx="6480000" cy="287811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07953" y="1303937"/>
            <a:ext cx="5786929" cy="5348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15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07953" y="1868976"/>
            <a:ext cx="5786929" cy="24755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2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59291" y="319370"/>
            <a:ext cx="6477874" cy="37039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59291" y="782362"/>
            <a:ext cx="6477874" cy="249826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361417" y="3314646"/>
            <a:ext cx="1594488" cy="16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2430709" y="3314646"/>
            <a:ext cx="2338583" cy="16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5242677" y="3314646"/>
            <a:ext cx="1594488" cy="16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80060" rtl="0" eaLnBrk="1" fontAlgn="auto" latinLnBrk="0" hangingPunct="1">
        <a:lnSpc>
          <a:spcPct val="100000"/>
        </a:lnSpc>
        <a:spcBef>
          <a:spcPct val="0"/>
        </a:spcBef>
        <a:buNone/>
        <a:defRPr sz="189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9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36004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845185" algn="l"/>
          <a:tab pos="845185" algn="l"/>
          <a:tab pos="845185" algn="l"/>
          <a:tab pos="845185" algn="l"/>
        </a:tabLst>
        <a:defRPr sz="8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60007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8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84010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7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08013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7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7199630" cy="3599815"/>
            <a:chOff x="0" y="0"/>
            <a:chExt cx="11338" cy="5669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1338" cy="5669"/>
            </a:xfrm>
            <a:prstGeom prst="rect">
              <a:avLst/>
            </a:prstGeom>
            <a:solidFill>
              <a:srgbClr val="01173B"/>
            </a:solidFill>
            <a:ln>
              <a:solidFill>
                <a:srgbClr val="01173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94" y="604"/>
              <a:ext cx="10873" cy="4461"/>
              <a:chOff x="1100" y="1999"/>
              <a:chExt cx="16584" cy="6803"/>
            </a:xfrm>
          </p:grpSpPr>
          <p:pic>
            <p:nvPicPr>
              <p:cNvPr id="4" name="图片 3" descr="ChatGPT Image 2026年7月6日 15_28_5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0" y="1999"/>
                <a:ext cx="6803" cy="6803"/>
              </a:xfrm>
              <a:prstGeom prst="rect">
                <a:avLst/>
              </a:prstGeom>
            </p:spPr>
          </p:pic>
          <p:sp>
            <p:nvSpPr>
              <p:cNvPr id="6" name="文本框 5"/>
              <p:cNvSpPr txBox="1"/>
              <p:nvPr/>
            </p:nvSpPr>
            <p:spPr>
              <a:xfrm>
                <a:off x="7355" y="3565"/>
                <a:ext cx="10329" cy="3669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en-US" altLang="zh-CN" sz="4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Neuroscience</a:t>
                </a:r>
              </a:p>
              <a:p>
                <a:r>
                  <a:rPr lang="en-US" altLang="zh-CN" sz="4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Bulletin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7199630" cy="3599815"/>
            <a:chOff x="0" y="0"/>
            <a:chExt cx="11338" cy="5669"/>
          </a:xfrm>
          <a:solidFill>
            <a:srgbClr val="011336"/>
          </a:solidFill>
        </p:grpSpPr>
        <p:sp>
          <p:nvSpPr>
            <p:cNvPr id="7" name="矩形 6"/>
            <p:cNvSpPr/>
            <p:nvPr/>
          </p:nvSpPr>
          <p:spPr>
            <a:xfrm>
              <a:off x="0" y="0"/>
              <a:ext cx="11338" cy="5669"/>
            </a:xfrm>
            <a:prstGeom prst="rect">
              <a:avLst/>
            </a:prstGeom>
            <a:grpFill/>
            <a:ln>
              <a:solidFill>
                <a:srgbClr val="01173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94" y="604"/>
              <a:ext cx="11043" cy="4461"/>
              <a:chOff x="1100" y="1999"/>
              <a:chExt cx="16843" cy="6803"/>
            </a:xfrm>
            <a:grpFill/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100" y="1999"/>
                <a:ext cx="6803" cy="6803"/>
              </a:xfrm>
              <a:prstGeom prst="rect">
                <a:avLst/>
              </a:prstGeom>
              <a:grpFill/>
            </p:spPr>
          </p:pic>
          <p:sp>
            <p:nvSpPr>
              <p:cNvPr id="6" name="文本框 5"/>
              <p:cNvSpPr txBox="1"/>
              <p:nvPr/>
            </p:nvSpPr>
            <p:spPr>
              <a:xfrm>
                <a:off x="7355" y="3565"/>
                <a:ext cx="10588" cy="3669"/>
              </a:xfrm>
              <a:prstGeom prst="rect">
                <a:avLst/>
              </a:prstGeom>
              <a:grpFill/>
            </p:spPr>
            <p:txBody>
              <a:bodyPr wrap="square" rtlCol="0" anchor="t">
                <a:noAutofit/>
              </a:bodyPr>
              <a:lstStyle/>
              <a:p>
                <a:r>
                  <a:rPr lang="en-US" altLang="zh-CN" sz="4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Neuroscience</a:t>
                </a:r>
              </a:p>
              <a:p>
                <a:r>
                  <a:rPr lang="en-US" altLang="zh-CN" sz="4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Bulletin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0672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7199630" cy="3599815"/>
            <a:chOff x="0" y="0"/>
            <a:chExt cx="11338" cy="5669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1338" cy="5669"/>
            </a:xfrm>
            <a:prstGeom prst="rect">
              <a:avLst/>
            </a:prstGeom>
            <a:solidFill>
              <a:srgbClr val="000F30"/>
            </a:solidFill>
            <a:ln>
              <a:solidFill>
                <a:srgbClr val="01173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94" y="604"/>
              <a:ext cx="10971" cy="4460"/>
              <a:chOff x="1100" y="1999"/>
              <a:chExt cx="16733" cy="6802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100" y="1999"/>
                <a:ext cx="6803" cy="6802"/>
              </a:xfrm>
              <a:prstGeom prst="rect">
                <a:avLst/>
              </a:prstGeom>
            </p:spPr>
          </p:pic>
          <p:sp>
            <p:nvSpPr>
              <p:cNvPr id="6" name="文本框 5"/>
              <p:cNvSpPr txBox="1"/>
              <p:nvPr/>
            </p:nvSpPr>
            <p:spPr>
              <a:xfrm>
                <a:off x="7355" y="3565"/>
                <a:ext cx="10478" cy="3669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en-US" altLang="zh-CN" sz="4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Neuroscience</a:t>
                </a:r>
              </a:p>
              <a:p>
                <a:r>
                  <a:rPr lang="en-US" altLang="zh-CN" sz="4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Bulletin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1327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7199630" cy="3599815"/>
            <a:chOff x="0" y="0"/>
            <a:chExt cx="11338" cy="5669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1338" cy="5669"/>
            </a:xfrm>
            <a:prstGeom prst="rect">
              <a:avLst/>
            </a:prstGeom>
            <a:solidFill>
              <a:srgbClr val="001031"/>
            </a:solidFill>
            <a:ln>
              <a:solidFill>
                <a:srgbClr val="01173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" y="604"/>
              <a:ext cx="4460" cy="4461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68ABDAA-61D6-2DA7-10D4-4C2974A5A0D8}"/>
              </a:ext>
            </a:extLst>
          </p:cNvPr>
          <p:cNvSpPr txBox="1"/>
          <p:nvPr/>
        </p:nvSpPr>
        <p:spPr>
          <a:xfrm>
            <a:off x="2790885" y="1035564"/>
            <a:ext cx="4362390" cy="1527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Neuroscience</a:t>
            </a:r>
          </a:p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Bulletin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471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590942-3408-53E3-0CD1-EA32F05572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96841" cy="3600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472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7199630" cy="3599815"/>
            <a:chOff x="0" y="0"/>
            <a:chExt cx="11338" cy="5669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1338" cy="5669"/>
            </a:xfrm>
            <a:prstGeom prst="rect">
              <a:avLst/>
            </a:prstGeom>
            <a:solidFill>
              <a:srgbClr val="001031"/>
            </a:solidFill>
            <a:ln>
              <a:solidFill>
                <a:srgbClr val="01173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" y="604"/>
              <a:ext cx="4460" cy="4461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68ABDAA-61D6-2DA7-10D4-4C2974A5A0D8}"/>
              </a:ext>
            </a:extLst>
          </p:cNvPr>
          <p:cNvSpPr txBox="1"/>
          <p:nvPr/>
        </p:nvSpPr>
        <p:spPr>
          <a:xfrm>
            <a:off x="2790885" y="758901"/>
            <a:ext cx="4362390" cy="1527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Neuroscience</a:t>
            </a:r>
          </a:p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Bulletin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DD19B5-10BF-3D1E-BBDE-3D8DB5DEB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90885" y="1945395"/>
            <a:ext cx="3553644" cy="6246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3536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</Words>
  <Application>Microsoft Office PowerPoint</Application>
  <PresentationFormat>自定义</PresentationFormat>
  <Paragraphs>10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ZhaojiHost</dc:creator>
  <cp:lastModifiedBy>Zhaoji Zhang</cp:lastModifiedBy>
  <cp:revision>176</cp:revision>
  <dcterms:created xsi:type="dcterms:W3CDTF">2019-06-19T02:08:00Z</dcterms:created>
  <dcterms:modified xsi:type="dcterms:W3CDTF">2026-07-14T16:03:46Z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C2F0575D39664C4A8065AE0347DF62F8_11</vt:lpwstr>
  </property>
</Properties>
</file>